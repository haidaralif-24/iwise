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Buoyancy — revision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Archimedes' principle</a:t>
            </a:r>
          </a:p>
          <a:p>
            <a:pPr>
              <a:defRPr sz="2000"/>
            </a:pPr>
            <a:r>
              <a:t>An object floats when its density is less than the fluid's</a:t>
            </a:r>
          </a:p>
          <a:p>
            <a:pPr>
              <a:defRPr sz="2000"/>
            </a:pPr>
            <a:r>
              <a:t>Pressure at depth: p = p0 + rho g 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1000 cm3 block of wood, density 600 kg/m3, held underwater</a:t>
            </a:r>
          </a:p>
          <a:p>
            <a:pPr>
              <a:defRPr sz="2000"/>
            </a:pPr>
            <a:r>
              <a:t>Weight of displaced water: Fb = 1000 x 9.81 x 0.001 = 9.81 N</a:t>
            </a:r>
          </a:p>
          <a:p>
            <a:pPr>
              <a:defRPr sz="2000"/>
            </a:pPr>
            <a:r>
              <a:t>Weight of the block: W = 600 x 9.81 x 0.001 = 5.89 N</a:t>
            </a:r>
          </a:p>
          <a:p>
            <a:pPr>
              <a:defRPr sz="2000"/>
            </a:pPr>
            <a:r>
              <a:t>Net upward force: 3.92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State the principle in one sentence</a:t>
            </a:r>
          </a:p>
          <a:p>
            <a:pPr>
              <a:defRPr sz="2000"/>
            </a:pPr>
            <a:r>
              <a:t>Name the three forces on a floating object</a:t>
            </a:r>
          </a:p>
          <a:p>
            <a:pPr>
              <a:defRPr sz="2000"/>
            </a:pPr>
            <a:r>
              <a:t>Calculate a buoyant force from a 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